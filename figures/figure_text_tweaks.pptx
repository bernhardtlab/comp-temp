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66D"/>
    <a:srgbClr val="00B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83"/>
    <p:restoredTop sz="94610"/>
  </p:normalViewPr>
  <p:slideViewPr>
    <p:cSldViewPr snapToGrid="0">
      <p:cViewPr>
        <p:scale>
          <a:sx n="125" d="100"/>
          <a:sy n="125" d="100"/>
        </p:scale>
        <p:origin x="136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A0F23-DB78-8E4A-A80A-5E0316900D6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2F17-DBFD-9141-BF04-A5DB748DE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5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C42F17-DBFD-9141-BF04-A5DB748DE2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5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4181-BF19-4CF8-5CE0-0C8D285C2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2E097-A337-F02B-F39C-A20822FD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104C-4946-9984-47FF-7EE231B5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2961F-BF1B-D276-FE2A-8BC1AC5D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05CC-5316-A80A-5F33-C6A66300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EC8E-4238-B52C-9636-7CEE955E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A0D3A-9B9F-D69F-939F-2DD8DFA9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3E2DE-2D50-D990-CDF5-B3D0A6AD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D852-826B-5291-84FE-64685D80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26B50-E178-A945-EF75-8F427DE7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5753-A8C1-AD86-4A28-D922B26D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49EC3-F38C-F09C-BE26-DE89EA55A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C701B-7531-6DBD-2EC4-B9819D88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8340-9705-F4EC-B3D7-BF16CB2B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6B67-C0C0-736D-A53A-919B780D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8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D492-DBFB-E457-1816-921CEF39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B6CC-FAF8-3766-08D8-752F71358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A5B83-3B36-1A97-28C0-F6D25FD42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F8004-0CA3-D237-9CA4-707B0D29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7E492-1BCE-B60B-8899-2C688830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D99F4-2FA1-AD77-D010-93320CDF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0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F619-BA83-97E8-8422-F06C4260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CDEC3-C2B8-C8DF-2109-F9EABC473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50532-F5A6-78F4-FD30-52A853ACF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61248-7FA2-E839-D09C-403287FA9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EE49A-302F-B281-1139-A99A395CE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757AD-5747-1196-0F60-07B0B5DE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68995-600E-E423-B20F-28B183E8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3A70C-8FE6-D3D7-0D2E-85D2C4EF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7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A157-720D-F094-A319-8ECCD69E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5220E-96A9-7748-1F80-3C8B36BB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D3964-10B9-B3EC-819E-A4F681A4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7B8FC-8782-F5E3-B437-F973F236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20172-BAFB-80E9-FC11-C95147D1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3C4F0-5787-DD2C-6F03-D33F2226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9D981-E7EF-A57A-3E3A-15CD136C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4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F335-D957-04F9-9A92-5A93033F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D420-EC5D-8AF3-C999-FF85D8CA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8AF5E-E529-1E04-2B10-A08FBD4A7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9BFD4-D4B6-DFF5-4A21-249DD85C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B7BA6-DF00-06DD-080B-82C4E2CD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DA9DF-B137-252F-7EDF-12F44FDE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8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F096-E67D-FFAA-E00F-5F4B81C1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CB81B-F51E-91B3-E5F0-3873793B8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64C8-37D6-F95D-4368-45E71D71C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EDAA8-4F9E-5419-CD19-9EE57DFE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E6389-79FF-57B1-72F2-FF1FC425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01CCD-8E4B-AAD8-657E-5FBD3AAA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7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12E2-A893-51B7-807F-7831654D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153DB-CA55-9031-A9BF-FB14C3537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D672-11B4-8611-5C0F-CE712C2E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5E80F-F125-4C1F-7673-3F20039C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1F2B6-E517-1DD5-249A-9C439B75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3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136721-D5D2-6FD1-6B7E-6CC4E0C20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92C2F-DC86-FFE8-B31F-2138928A4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DEE7F-9938-5058-83DA-DFB4DA80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80EAC-9888-4B6A-4B66-835B230E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4070B-B927-FC63-10CF-75A407E1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7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BFC66-3832-9D29-4391-BA1D6DB8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57B83-6EC9-E226-2369-63BE55953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C4E7-3AC6-A36B-B183-CF5817509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63210-0F78-F34E-893D-B8D64959EFF8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78DF-08F1-F266-608A-362A8B866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CE08D-5C93-406E-CD7F-D524B80C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ECBDB-0510-DB45-9FAD-CEFE92BC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2A4BE17-FC9C-3899-C22F-C45798BE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698" t="23223" b="59472"/>
          <a:stretch/>
        </p:blipFill>
        <p:spPr>
          <a:xfrm>
            <a:off x="6753592" y="329698"/>
            <a:ext cx="879566" cy="1136470"/>
          </a:xfrm>
          <a:prstGeom prst="rect">
            <a:avLst/>
          </a:prstGeom>
        </p:spPr>
      </p:pic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7C069CF-134C-2807-239A-71B6A33AF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40"/>
          <a:stretch/>
        </p:blipFill>
        <p:spPr>
          <a:xfrm>
            <a:off x="2322980" y="234694"/>
            <a:ext cx="7546040" cy="6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8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8098-46D1-09D4-F2C1-4D49E5A5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541" y="254466"/>
            <a:ext cx="10515600" cy="1325563"/>
          </a:xfrm>
        </p:spPr>
        <p:txBody>
          <a:bodyPr/>
          <a:lstStyle/>
          <a:p>
            <a:r>
              <a:rPr lang="en-US" dirty="0"/>
              <a:t>ZNGIs for Table S1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E2E7C-B1B5-9DF3-AE03-5065194CC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52" y="1704135"/>
            <a:ext cx="3612922" cy="2924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50A0CF-C59C-F3DD-5A80-3E042EB30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672" y="1704135"/>
            <a:ext cx="3612922" cy="292436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22A9CE-1F12-0760-1059-E4BB5F2A4BFB}"/>
              </a:ext>
            </a:extLst>
          </p:cNvPr>
          <p:cNvCxnSpPr>
            <a:cxnSpLocks/>
          </p:cNvCxnSpPr>
          <p:nvPr/>
        </p:nvCxnSpPr>
        <p:spPr>
          <a:xfrm>
            <a:off x="1102659" y="3012141"/>
            <a:ext cx="2474259" cy="1008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A5F1DB-1A42-165F-5A1A-38FE4AFD35DA}"/>
              </a:ext>
            </a:extLst>
          </p:cNvPr>
          <p:cNvCxnSpPr>
            <a:cxnSpLocks/>
          </p:cNvCxnSpPr>
          <p:nvPr/>
        </p:nvCxnSpPr>
        <p:spPr>
          <a:xfrm>
            <a:off x="1102659" y="2057400"/>
            <a:ext cx="1237129" cy="1963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447222-70B1-84A4-7E39-9D86AE3EB62F}"/>
              </a:ext>
            </a:extLst>
          </p:cNvPr>
          <p:cNvGrpSpPr/>
          <p:nvPr/>
        </p:nvGrpSpPr>
        <p:grpSpPr>
          <a:xfrm>
            <a:off x="4050962" y="1704135"/>
            <a:ext cx="3612922" cy="2924361"/>
            <a:chOff x="659652" y="1856535"/>
            <a:chExt cx="3612922" cy="292436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EC58051-DED1-DDD6-B7DD-A45422C8D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652" y="1856535"/>
              <a:ext cx="3612922" cy="2924361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777947-1A32-EB96-9AE3-76755BF4489B}"/>
                </a:ext>
              </a:extLst>
            </p:cNvPr>
            <p:cNvCxnSpPr>
              <a:cxnSpLocks/>
            </p:cNvCxnSpPr>
            <p:nvPr/>
          </p:nvCxnSpPr>
          <p:spPr>
            <a:xfrm>
              <a:off x="1255059" y="3164541"/>
              <a:ext cx="2474259" cy="1008530"/>
            </a:xfrm>
            <a:prstGeom prst="line">
              <a:avLst/>
            </a:prstGeom>
            <a:ln w="38100">
              <a:solidFill>
                <a:srgbClr val="F976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D0C79B-F046-B0A7-1FEA-BFA9AC9DC31B}"/>
                </a:ext>
              </a:extLst>
            </p:cNvPr>
            <p:cNvCxnSpPr>
              <a:cxnSpLocks/>
            </p:cNvCxnSpPr>
            <p:nvPr/>
          </p:nvCxnSpPr>
          <p:spPr>
            <a:xfrm>
              <a:off x="1255059" y="2209800"/>
              <a:ext cx="1237129" cy="1963271"/>
            </a:xfrm>
            <a:prstGeom prst="line">
              <a:avLst/>
            </a:prstGeom>
            <a:ln w="38100">
              <a:solidFill>
                <a:srgbClr val="00B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601376-4D98-C7BF-8108-EB115CC2B504}"/>
              </a:ext>
            </a:extLst>
          </p:cNvPr>
          <p:cNvCxnSpPr>
            <a:cxnSpLocks/>
          </p:cNvCxnSpPr>
          <p:nvPr/>
        </p:nvCxnSpPr>
        <p:spPr>
          <a:xfrm>
            <a:off x="8212178" y="2412274"/>
            <a:ext cx="2085708" cy="1608397"/>
          </a:xfrm>
          <a:prstGeom prst="line">
            <a:avLst/>
          </a:prstGeom>
          <a:ln w="38100">
            <a:solidFill>
              <a:srgbClr val="00B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065894-8DF6-1723-2A32-A0269723481C}"/>
              </a:ext>
            </a:extLst>
          </p:cNvPr>
          <p:cNvCxnSpPr>
            <a:cxnSpLocks/>
          </p:cNvCxnSpPr>
          <p:nvPr/>
        </p:nvCxnSpPr>
        <p:spPr>
          <a:xfrm>
            <a:off x="8190079" y="3516406"/>
            <a:ext cx="2726115" cy="504265"/>
          </a:xfrm>
          <a:prstGeom prst="line">
            <a:avLst/>
          </a:prstGeom>
          <a:ln w="38100">
            <a:solidFill>
              <a:srgbClr val="F97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166107-F499-5C06-D316-A62CFAD5D7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387" y="4628496"/>
            <a:ext cx="2752497" cy="1834357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030834-6E33-609E-1CF3-4C0F1DF2A0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310" y="4641943"/>
            <a:ext cx="2752497" cy="1834357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AC9853-564F-D66D-4A16-94D022B12EE0}"/>
              </a:ext>
            </a:extLst>
          </p:cNvPr>
          <p:cNvCxnSpPr/>
          <p:nvPr/>
        </p:nvCxnSpPr>
        <p:spPr>
          <a:xfrm flipH="1">
            <a:off x="5194663" y="3361509"/>
            <a:ext cx="255878" cy="154897"/>
          </a:xfrm>
          <a:prstGeom prst="straightConnector1">
            <a:avLst/>
          </a:prstGeom>
          <a:ln>
            <a:solidFill>
              <a:srgbClr val="00BF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556D558-B820-504F-D48C-14032D5C32FD}"/>
              </a:ext>
            </a:extLst>
          </p:cNvPr>
          <p:cNvCxnSpPr/>
          <p:nvPr/>
        </p:nvCxnSpPr>
        <p:spPr>
          <a:xfrm flipH="1">
            <a:off x="5322602" y="3361509"/>
            <a:ext cx="127939" cy="263040"/>
          </a:xfrm>
          <a:prstGeom prst="straightConnector1">
            <a:avLst/>
          </a:prstGeom>
          <a:ln>
            <a:solidFill>
              <a:srgbClr val="F976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3F456C-5E7F-8CD1-7131-CBD74D100012}"/>
              </a:ext>
            </a:extLst>
          </p:cNvPr>
          <p:cNvCxnSpPr>
            <a:cxnSpLocks/>
          </p:cNvCxnSpPr>
          <p:nvPr/>
        </p:nvCxnSpPr>
        <p:spPr>
          <a:xfrm flipV="1">
            <a:off x="5464943" y="2341581"/>
            <a:ext cx="1465709" cy="1013399"/>
          </a:xfrm>
          <a:prstGeom prst="line">
            <a:avLst/>
          </a:prstGeom>
          <a:ln>
            <a:solidFill>
              <a:srgbClr val="00BF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671975-4A3F-E77A-3F95-8A8DBE88CECC}"/>
              </a:ext>
            </a:extLst>
          </p:cNvPr>
          <p:cNvCxnSpPr/>
          <p:nvPr/>
        </p:nvCxnSpPr>
        <p:spPr>
          <a:xfrm flipV="1">
            <a:off x="5450541" y="1859280"/>
            <a:ext cx="675939" cy="1502229"/>
          </a:xfrm>
          <a:prstGeom prst="line">
            <a:avLst/>
          </a:prstGeom>
          <a:ln>
            <a:solidFill>
              <a:srgbClr val="F976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94430D-35BD-82CA-890B-10BCEABD2B4A}"/>
              </a:ext>
            </a:extLst>
          </p:cNvPr>
          <p:cNvCxnSpPr>
            <a:cxnSpLocks/>
          </p:cNvCxnSpPr>
          <p:nvPr/>
        </p:nvCxnSpPr>
        <p:spPr>
          <a:xfrm flipH="1">
            <a:off x="10058400" y="3856563"/>
            <a:ext cx="34545" cy="161220"/>
          </a:xfrm>
          <a:prstGeom prst="straightConnector1">
            <a:avLst/>
          </a:prstGeom>
          <a:ln>
            <a:solidFill>
              <a:srgbClr val="F9766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775CC7-5B24-687F-D54D-7B862D591D37}"/>
              </a:ext>
            </a:extLst>
          </p:cNvPr>
          <p:cNvCxnSpPr>
            <a:cxnSpLocks/>
          </p:cNvCxnSpPr>
          <p:nvPr/>
        </p:nvCxnSpPr>
        <p:spPr>
          <a:xfrm flipH="1">
            <a:off x="9950723" y="3849437"/>
            <a:ext cx="141042" cy="168346"/>
          </a:xfrm>
          <a:prstGeom prst="straightConnector1">
            <a:avLst/>
          </a:prstGeom>
          <a:ln>
            <a:solidFill>
              <a:srgbClr val="00BF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698DD38-33A1-0C50-6100-777EE411EEFE}"/>
              </a:ext>
            </a:extLst>
          </p:cNvPr>
          <p:cNvCxnSpPr>
            <a:cxnSpLocks/>
          </p:cNvCxnSpPr>
          <p:nvPr/>
        </p:nvCxnSpPr>
        <p:spPr>
          <a:xfrm flipV="1">
            <a:off x="10096119" y="2684161"/>
            <a:ext cx="955860" cy="1164891"/>
          </a:xfrm>
          <a:prstGeom prst="line">
            <a:avLst/>
          </a:prstGeom>
          <a:ln>
            <a:solidFill>
              <a:srgbClr val="00BF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C3DA09-52D1-56ED-5206-3B4483E189A5}"/>
              </a:ext>
            </a:extLst>
          </p:cNvPr>
          <p:cNvCxnSpPr>
            <a:cxnSpLocks/>
          </p:cNvCxnSpPr>
          <p:nvPr/>
        </p:nvCxnSpPr>
        <p:spPr>
          <a:xfrm flipV="1">
            <a:off x="10091765" y="2177143"/>
            <a:ext cx="255404" cy="1676532"/>
          </a:xfrm>
          <a:prstGeom prst="line">
            <a:avLst/>
          </a:prstGeom>
          <a:ln>
            <a:solidFill>
              <a:srgbClr val="F976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32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5</Words>
  <Application>Microsoft Macintosh PowerPoint</Application>
  <PresentationFormat>Widescreen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ZNGIs for Table S1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Kaleigh Davis</dc:creator>
  <cp:lastModifiedBy>Kaleigh Davis</cp:lastModifiedBy>
  <cp:revision>4</cp:revision>
  <dcterms:created xsi:type="dcterms:W3CDTF">2026-01-21T19:39:25Z</dcterms:created>
  <dcterms:modified xsi:type="dcterms:W3CDTF">2026-01-26T17:58:37Z</dcterms:modified>
</cp:coreProperties>
</file>