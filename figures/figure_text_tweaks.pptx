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28"/>
  </p:normalViewPr>
  <p:slideViewPr>
    <p:cSldViewPr snapToGrid="0">
      <p:cViewPr>
        <p:scale>
          <a:sx n="95" d="100"/>
          <a:sy n="95" d="100"/>
        </p:scale>
        <p:origin x="680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4181-BF19-4CF8-5CE0-0C8D285C2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42E097-A337-F02B-F39C-A20822FDED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F104C-4946-9984-47FF-7EE231B55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2961F-BF1B-D276-FE2A-8BC1AC5D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505CC-5316-A80A-5F33-C6A663009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1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0EC8E-4238-B52C-9636-7CEE955E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A0D3A-9B9F-D69F-939F-2DD8DFA93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3E2DE-2D50-D990-CDF5-B3D0A6AD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AD852-826B-5291-84FE-64685D80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26B50-E178-A945-EF75-8F427DE74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8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15753-A8C1-AD86-4A28-D922B26D2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49EC3-F38C-F09C-BE26-DE89EA55A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C701B-7531-6DBD-2EC4-B9819D881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B8340-9705-F4EC-B3D7-BF16CB2BD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46B67-C0C0-736D-A53A-919B780D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487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D492-DBFB-E457-1816-921CEF39A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B6CC-FAF8-3766-08D8-752F713588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A5B83-3B36-1A97-28C0-F6D25FD42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F8004-0CA3-D237-9CA4-707B0D29B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7E492-1BCE-B60B-8899-2C688830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CD99F4-2FA1-AD77-D010-93320CDF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008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F619-BA83-97E8-8422-F06C4260E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2CDEC3-C2B8-C8DF-2109-F9EABC473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50532-F5A6-78F4-FD30-52A853ACF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161248-7FA2-E839-D09C-403287FA93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2EE49A-302F-B281-1139-A99A395CE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C757AD-5747-1196-0F60-07B0B5DEA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268995-600E-E423-B20F-28B183E8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C3A70C-8FE6-D3D7-0D2E-85D2C4EF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77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A157-720D-F094-A319-8ECCD69E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D5220E-96A9-7748-1F80-3C8B36BB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D3964-10B9-B3EC-819E-A4F681A4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E7B8FC-8782-F5E3-B437-F973F2366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4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020172-BAFB-80E9-FC11-C95147D1A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3C4F0-5787-DD2C-6F03-D33F2226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9D981-E7EF-A57A-3E3A-15CD136CB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646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BF335-D957-04F9-9A92-5A93033FA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D420-EC5D-8AF3-C999-FF85D8CA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8AF5E-E529-1E04-2B10-A08FBD4A7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9BFD4-D4B6-DFF5-4A21-249DD85C7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B7BA6-DF00-06DD-080B-82C4E2CD2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DA9DF-B137-252F-7EDF-12F44FDE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88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F096-E67D-FFAA-E00F-5F4B81C1E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6CB81B-F51E-91B3-E5F0-3873793B8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264C8-37D6-F95D-4368-45E71D71C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EDAA8-4F9E-5419-CD19-9EE57DFE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E6389-79FF-57B1-72F2-FF1FC425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01CCD-8E4B-AAD8-657E-5FBD3AAA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176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C12E2-A893-51B7-807F-7831654DC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153DB-CA55-9031-A9BF-FB14C3537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DD672-11B4-8611-5C0F-CE712C2ED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5E80F-F125-4C1F-7673-3F20039C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1F2B6-E517-1DD5-249A-9C439B75F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23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136721-D5D2-6FD1-6B7E-6CC4E0C2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392C2F-DC86-FFE8-B31F-2138928A4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DEE7F-9938-5058-83DA-DFB4DA80B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80EAC-9888-4B6A-4B66-835B230E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4070B-B927-FC63-10CF-75A407E1C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7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BFC66-3832-9D29-4391-BA1D6DB8D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57B83-6EC9-E226-2369-63BE55953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AC4E7-3AC6-A36B-B183-CF5817509D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3210-0F78-F34E-893D-B8D64959EFF8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78DF-08F1-F266-608A-362A8B866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CE08D-5C93-406E-CD7F-D524B80CA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90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2A4BE17-FC9C-3899-C22F-C45798BEB7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698" t="23223" b="59472"/>
          <a:stretch/>
        </p:blipFill>
        <p:spPr>
          <a:xfrm>
            <a:off x="6753592" y="329698"/>
            <a:ext cx="879566" cy="1136470"/>
          </a:xfrm>
          <a:prstGeom prst="rect">
            <a:avLst/>
          </a:prstGeom>
        </p:spPr>
      </p:pic>
      <p:pic>
        <p:nvPicPr>
          <p:cNvPr id="8" name="Picture 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7C069CF-134C-2807-239A-71B6A33AF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40"/>
          <a:stretch/>
        </p:blipFill>
        <p:spPr>
          <a:xfrm>
            <a:off x="2322980" y="234694"/>
            <a:ext cx="7546040" cy="638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84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Kaleigh Davis</dc:creator>
  <cp:lastModifiedBy>Kaleigh Davis</cp:lastModifiedBy>
  <cp:revision>1</cp:revision>
  <dcterms:created xsi:type="dcterms:W3CDTF">2026-01-21T19:39:25Z</dcterms:created>
  <dcterms:modified xsi:type="dcterms:W3CDTF">2026-01-21T20:23:04Z</dcterms:modified>
</cp:coreProperties>
</file>